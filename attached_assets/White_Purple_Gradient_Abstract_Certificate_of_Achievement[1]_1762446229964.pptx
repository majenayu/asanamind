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Leckerli One" panose="020B0604020202020204" charset="0"/>
      <p:regular r:id="rId3"/>
    </p:embeddedFont>
    <p:embeddedFont>
      <p:font typeface="Nunito" panose="020F0502020204030204" pitchFamily="2" charset="0"/>
      <p:regular r:id="rId4"/>
    </p:embeddedFont>
    <p:embeddedFont>
      <p:font typeface="Playpen Sans" panose="020B0604020202020204" charset="0"/>
      <p:regular r:id="rId5"/>
    </p:embeddedFont>
    <p:embeddedFont>
      <p:font typeface="Poppins" panose="00000500000000000000" pitchFamily="2" charset="0"/>
      <p:regular r:id="rId6"/>
    </p:embeddedFont>
    <p:embeddedFont>
      <p:font typeface="Poppins Bold"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2458"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font" Target="fonts/font1.fntdata"/><Relationship Id="rId7" Type="http://schemas.openxmlformats.org/officeDocument/2006/relationships/font" Target="fonts/font5.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ableStyles" Target="tableStyles.xml"/><Relationship Id="rId5" Type="http://schemas.openxmlformats.org/officeDocument/2006/relationships/font" Target="fonts/font3.fntdata"/><Relationship Id="rId10" Type="http://schemas.openxmlformats.org/officeDocument/2006/relationships/theme" Target="theme/theme1.xml"/><Relationship Id="rId4" Type="http://schemas.openxmlformats.org/officeDocument/2006/relationships/font" Target="fonts/font2.fntdata"/><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13997" y="8684654"/>
            <a:ext cx="1713128" cy="0"/>
          </a:xfrm>
          <a:prstGeom prst="line">
            <a:avLst/>
          </a:prstGeom>
          <a:ln w="9525" cap="flat">
            <a:solidFill>
              <a:srgbClr val="000000"/>
            </a:solidFill>
            <a:prstDash val="solid"/>
            <a:headEnd type="none" w="sm" len="sm"/>
            <a:tailEnd type="none" w="sm" len="sm"/>
          </a:ln>
        </p:spPr>
      </p:sp>
      <p:sp>
        <p:nvSpPr>
          <p:cNvPr id="3" name="Freeform 3"/>
          <p:cNvSpPr/>
          <p:nvPr/>
        </p:nvSpPr>
        <p:spPr>
          <a:xfrm rot="-5558484">
            <a:off x="1396831" y="3432068"/>
            <a:ext cx="13030824" cy="4738481"/>
          </a:xfrm>
          <a:custGeom>
            <a:avLst/>
            <a:gdLst/>
            <a:ahLst/>
            <a:cxnLst/>
            <a:rect l="l" t="t" r="r" b="b"/>
            <a:pathLst>
              <a:path w="13030824" h="4738481">
                <a:moveTo>
                  <a:pt x="0" y="0"/>
                </a:moveTo>
                <a:lnTo>
                  <a:pt x="13030824" y="0"/>
                </a:lnTo>
                <a:lnTo>
                  <a:pt x="13030824" y="4738481"/>
                </a:lnTo>
                <a:lnTo>
                  <a:pt x="0" y="47384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177997" y="1729001"/>
            <a:ext cx="5285520" cy="859753"/>
          </a:xfrm>
          <a:prstGeom prst="rect">
            <a:avLst/>
          </a:prstGeom>
        </p:spPr>
        <p:txBody>
          <a:bodyPr lIns="0" tIns="0" rIns="0" bIns="0" rtlCol="0" anchor="t">
            <a:spAutoFit/>
          </a:bodyPr>
          <a:lstStyle/>
          <a:p>
            <a:pPr marL="0" lvl="0" indent="0" algn="l">
              <a:lnSpc>
                <a:spcPts val="6683"/>
              </a:lnSpc>
              <a:spcBef>
                <a:spcPct val="0"/>
              </a:spcBef>
            </a:pPr>
            <a:r>
              <a:rPr lang="en-US" sz="4773" b="1" u="none" spc="286">
                <a:solidFill>
                  <a:srgbClr val="46288B"/>
                </a:solidFill>
                <a:latin typeface="Poppins Bold"/>
                <a:ea typeface="Poppins Bold"/>
                <a:cs typeface="Poppins Bold"/>
                <a:sym typeface="Poppins Bold"/>
              </a:rPr>
              <a:t>CERTIFICATE</a:t>
            </a:r>
          </a:p>
        </p:txBody>
      </p:sp>
      <p:sp>
        <p:nvSpPr>
          <p:cNvPr id="5" name="TextBox 5"/>
          <p:cNvSpPr txBox="1"/>
          <p:nvPr/>
        </p:nvSpPr>
        <p:spPr>
          <a:xfrm>
            <a:off x="1213997" y="2662853"/>
            <a:ext cx="3983050" cy="422486"/>
          </a:xfrm>
          <a:prstGeom prst="rect">
            <a:avLst/>
          </a:prstGeom>
        </p:spPr>
        <p:txBody>
          <a:bodyPr lIns="0" tIns="0" rIns="0" bIns="0" rtlCol="0" anchor="t">
            <a:spAutoFit/>
          </a:bodyPr>
          <a:lstStyle/>
          <a:p>
            <a:pPr algn="l">
              <a:lnSpc>
                <a:spcPts val="3487"/>
              </a:lnSpc>
              <a:spcBef>
                <a:spcPct val="0"/>
              </a:spcBef>
            </a:pPr>
            <a:r>
              <a:rPr lang="en-US" sz="2491" spc="236">
                <a:solidFill>
                  <a:srgbClr val="000000"/>
                </a:solidFill>
                <a:latin typeface="Nunito"/>
                <a:ea typeface="Nunito"/>
                <a:cs typeface="Nunito"/>
                <a:sym typeface="Nunito"/>
              </a:rPr>
              <a:t>OF ACHIEVEMENT</a:t>
            </a:r>
          </a:p>
        </p:txBody>
      </p:sp>
      <p:sp>
        <p:nvSpPr>
          <p:cNvPr id="6" name="Freeform 6"/>
          <p:cNvSpPr/>
          <p:nvPr/>
        </p:nvSpPr>
        <p:spPr>
          <a:xfrm rot="-4861911" flipH="1" flipV="1">
            <a:off x="-6162546" y="1416349"/>
            <a:ext cx="10868243" cy="3952088"/>
          </a:xfrm>
          <a:custGeom>
            <a:avLst/>
            <a:gdLst/>
            <a:ahLst/>
            <a:cxnLst/>
            <a:rect l="l" t="t" r="r" b="b"/>
            <a:pathLst>
              <a:path w="10868243" h="3952088">
                <a:moveTo>
                  <a:pt x="10868243" y="3952088"/>
                </a:moveTo>
                <a:lnTo>
                  <a:pt x="0" y="3952088"/>
                </a:lnTo>
                <a:lnTo>
                  <a:pt x="0" y="0"/>
                </a:lnTo>
                <a:lnTo>
                  <a:pt x="10868243" y="0"/>
                </a:lnTo>
                <a:lnTo>
                  <a:pt x="10868243" y="395208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225524" y="9068119"/>
            <a:ext cx="530476" cy="1400642"/>
          </a:xfrm>
          <a:custGeom>
            <a:avLst/>
            <a:gdLst/>
            <a:ahLst/>
            <a:cxnLst/>
            <a:rect l="l" t="t" r="r" b="b"/>
            <a:pathLst>
              <a:path w="530476" h="1400642">
                <a:moveTo>
                  <a:pt x="0" y="0"/>
                </a:moveTo>
                <a:lnTo>
                  <a:pt x="530476" y="0"/>
                </a:lnTo>
                <a:lnTo>
                  <a:pt x="530476" y="1400642"/>
                </a:lnTo>
                <a:lnTo>
                  <a:pt x="0" y="14006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262456" y="3650476"/>
            <a:ext cx="4635946" cy="308672"/>
          </a:xfrm>
          <a:prstGeom prst="rect">
            <a:avLst/>
          </a:prstGeom>
        </p:spPr>
        <p:txBody>
          <a:bodyPr lIns="0" tIns="0" rIns="0" bIns="0" rtlCol="0" anchor="t">
            <a:spAutoFit/>
          </a:bodyPr>
          <a:lstStyle/>
          <a:p>
            <a:pPr marL="0" lvl="0" indent="0" algn="l">
              <a:lnSpc>
                <a:spcPts val="2409"/>
              </a:lnSpc>
              <a:spcBef>
                <a:spcPct val="0"/>
              </a:spcBef>
            </a:pPr>
            <a:r>
              <a:rPr lang="en-US" sz="1721" u="none" spc="113">
                <a:solidFill>
                  <a:srgbClr val="000000"/>
                </a:solidFill>
                <a:latin typeface="Poppins"/>
                <a:ea typeface="Poppins"/>
                <a:cs typeface="Poppins"/>
                <a:sym typeface="Poppins"/>
              </a:rPr>
              <a:t>This Certificate is Presented To :</a:t>
            </a:r>
          </a:p>
        </p:txBody>
      </p:sp>
      <p:sp>
        <p:nvSpPr>
          <p:cNvPr id="9" name="TextBox 9"/>
          <p:cNvSpPr txBox="1"/>
          <p:nvPr/>
        </p:nvSpPr>
        <p:spPr>
          <a:xfrm>
            <a:off x="756000" y="4716986"/>
            <a:ext cx="6264211" cy="1866986"/>
          </a:xfrm>
          <a:prstGeom prst="rect">
            <a:avLst/>
          </a:prstGeom>
        </p:spPr>
        <p:txBody>
          <a:bodyPr lIns="0" tIns="0" rIns="0" bIns="0" rtlCol="0" anchor="t">
            <a:spAutoFit/>
          </a:bodyPr>
          <a:lstStyle/>
          <a:p>
            <a:pPr algn="ctr">
              <a:lnSpc>
                <a:spcPts val="1622"/>
              </a:lnSpc>
            </a:pPr>
            <a:r>
              <a:rPr lang="en-US" sz="2000" dirty="0">
                <a:solidFill>
                  <a:srgbClr val="000000"/>
                </a:solidFill>
                <a:latin typeface="Leckerli One"/>
                <a:ea typeface="Leckerli One"/>
                <a:cs typeface="Leckerli One"/>
                <a:sym typeface="Leckerli One"/>
              </a:rPr>
              <a:t>This is to certify that Rhas successfully completed the Yoga Training Course, demonstrating dedication, discipline, and commitment to physical, mental, and spiritual growth. Through consistent practice and learning, they have gained valuable knowledge of yoga principles, postures, and mindfulness, embodying the essence of holistic well-being and inner harmony.</a:t>
            </a:r>
          </a:p>
          <a:p>
            <a:pPr algn="ctr">
              <a:lnSpc>
                <a:spcPts val="1622"/>
              </a:lnSpc>
            </a:pPr>
            <a:endParaRPr lang="en-US" sz="2000" dirty="0">
              <a:solidFill>
                <a:srgbClr val="000000"/>
              </a:solidFill>
              <a:latin typeface="Leckerli One"/>
              <a:ea typeface="Leckerli One"/>
              <a:cs typeface="Leckerli One"/>
              <a:sym typeface="Leckerli One"/>
            </a:endParaRPr>
          </a:p>
        </p:txBody>
      </p:sp>
      <p:sp>
        <p:nvSpPr>
          <p:cNvPr id="10" name="TextBox 10"/>
          <p:cNvSpPr txBox="1"/>
          <p:nvPr/>
        </p:nvSpPr>
        <p:spPr>
          <a:xfrm>
            <a:off x="630512" y="8308947"/>
            <a:ext cx="2810166" cy="191324"/>
          </a:xfrm>
          <a:prstGeom prst="rect">
            <a:avLst/>
          </a:prstGeom>
        </p:spPr>
        <p:txBody>
          <a:bodyPr lIns="0" tIns="0" rIns="0" bIns="0" rtlCol="0" anchor="t">
            <a:spAutoFit/>
          </a:bodyPr>
          <a:lstStyle/>
          <a:p>
            <a:pPr algn="ctr">
              <a:lnSpc>
                <a:spcPts val="1529"/>
              </a:lnSpc>
              <a:spcBef>
                <a:spcPct val="0"/>
              </a:spcBef>
            </a:pPr>
            <a:r>
              <a:rPr lang="en-US" sz="1092" spc="103">
                <a:solidFill>
                  <a:srgbClr val="000000"/>
                </a:solidFill>
                <a:latin typeface="Playpen Sans"/>
                <a:ea typeface="Playpen Sans"/>
                <a:cs typeface="Playpen Sans"/>
                <a:sym typeface="Playpen Sans"/>
              </a:rPr>
              <a:t>ROHITH</a:t>
            </a:r>
          </a:p>
        </p:txBody>
      </p:sp>
      <p:sp>
        <p:nvSpPr>
          <p:cNvPr id="11" name="TextBox 11"/>
          <p:cNvSpPr txBox="1"/>
          <p:nvPr/>
        </p:nvSpPr>
        <p:spPr>
          <a:xfrm>
            <a:off x="1391075" y="8865713"/>
            <a:ext cx="1358972" cy="159607"/>
          </a:xfrm>
          <a:prstGeom prst="rect">
            <a:avLst/>
          </a:prstGeom>
        </p:spPr>
        <p:txBody>
          <a:bodyPr lIns="0" tIns="0" rIns="0" bIns="0" rtlCol="0" anchor="t">
            <a:spAutoFit/>
          </a:bodyPr>
          <a:lstStyle/>
          <a:p>
            <a:pPr algn="ctr">
              <a:lnSpc>
                <a:spcPts val="1396"/>
              </a:lnSpc>
              <a:spcBef>
                <a:spcPct val="0"/>
              </a:spcBef>
            </a:pPr>
            <a:r>
              <a:rPr lang="en-US" sz="997" spc="94">
                <a:solidFill>
                  <a:srgbClr val="000000"/>
                </a:solidFill>
                <a:latin typeface="Nunito"/>
                <a:ea typeface="Nunito"/>
                <a:cs typeface="Nunito"/>
                <a:sym typeface="Nunito"/>
              </a:rPr>
              <a:t>YOGA INSTRUCTOR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71</Words>
  <Application>Microsoft Office PowerPoint</Application>
  <PresentationFormat>Custom</PresentationFormat>
  <Paragraphs>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Nunito</vt:lpstr>
      <vt:lpstr>Poppins</vt:lpstr>
      <vt:lpstr>Arial</vt:lpstr>
      <vt:lpstr>Leckerli One</vt:lpstr>
      <vt:lpstr>Calibri</vt:lpstr>
      <vt:lpstr>Playpen Sans</vt:lpstr>
      <vt:lpstr>Poppins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Purple Gradient Abstract Certificate of Achievement</dc:title>
  <cp:lastModifiedBy>P G Ayush</cp:lastModifiedBy>
  <cp:revision>2</cp:revision>
  <dcterms:created xsi:type="dcterms:W3CDTF">2006-08-16T00:00:00Z</dcterms:created>
  <dcterms:modified xsi:type="dcterms:W3CDTF">2025-11-06T16:23:14Z</dcterms:modified>
  <dc:identifier>DAG37pRuPss</dc:identifier>
</cp:coreProperties>
</file>